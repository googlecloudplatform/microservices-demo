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09728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Trust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Software Supply Chain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Kubernetes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Kavish Punchoo  |  DevOps Architect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Meetup  •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459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Kavish Punchoo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Architect — Bertelsmann / Arvato Systems Malaysia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securing Kubernetes platforms in production. CKA certified. 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focused on containerization strategy across 10+ teams, Kubernetes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development, and DevSecOps pipeline standardization.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14400" y="3657600"/>
            <a:ext cx="2011680" cy="8229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3657600"/>
            <a:ext cx="2011680" cy="8229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3657600"/>
            <a:ext cx="2011680" cy="8229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That Shook npm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Shai-Hulud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Self-replicating worm hidden inside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500+ packages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malicious postInstall scripts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Exfiltrated CI/CD secrets &amp; credentials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GitHub Actions workflows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 — CISA alert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— Shai-Hulud 2.0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8404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Shai-Hulud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20640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packages compromised in 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wave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popular packages: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size-sensor (4.2M downloads/mo)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echarts-for-react (3.8M)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@antv/scale (2.2M)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— latest wave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Supply Chain Attacks Happen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2880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updates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05740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0320" y="1371600"/>
            <a:ext cx="182880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5544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603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version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npm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057400"/>
            <a:ext cx="457200" cy="4572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572000" y="1371600"/>
            <a:ext cx="182880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55448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720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pulls 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057400"/>
            <a:ext cx="457200" cy="4572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583680" y="1371600"/>
            <a:ext cx="182880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1554480"/>
            <a:ext cx="457200" cy="457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836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postInstall executes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1"/>
          <p:cNvSpPr/>
          <p:nvPr/>
        </p:nvSpPr>
        <p:spPr>
          <a:xfrm>
            <a:off x="914400" y="3611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malicious code in the repo. No compromised credentials.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routine dependency bump — and the entire supply chain is poisoned.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compromised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single campaign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downloads of 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package (@ctrl/tinycolor)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56032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npm ecosystem could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reached transitively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at risk: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secrets and cloud credentials exfiltrated to attacker-controlled servers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 injected with malicious pipelines for persistence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users unknowingly deploying compromised code to production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the open source ecosystem eroded — one update at a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npm to Your Cluster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chain doesn't stop at the developer machine.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37160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331720"/>
            <a:ext cx="27432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40280" y="1828800"/>
            <a:ext cx="137160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20116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4028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postInstall runs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31720"/>
            <a:ext cx="274320" cy="320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86200" y="1828800"/>
            <a:ext cx="137160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01168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8620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payload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331720"/>
            <a:ext cx="274320" cy="32004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532120" y="1828800"/>
            <a:ext cx="137160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2011680"/>
            <a:ext cx="457200" cy="4572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53212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pushed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registry</a:t>
            </a:r>
            <a:endParaRPr lang="en-US" sz="11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331720"/>
            <a:ext cx="274320" cy="32004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7178040" y="1828800"/>
            <a:ext cx="137160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2011680"/>
            <a:ext cx="457200" cy="4572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17804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4" name="Shape 13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14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what's inside that image?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trust it wasn't tampered with? How do we enforce that trust at admission time?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Bill of Materials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machine-readable inventory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component in your image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7472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 of where,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and how an artifact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built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43600" y="137160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087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08076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verify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was signed by a trusted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— prevents tampering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0632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004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686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policy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enforces trust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pod can run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37560" y="30632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004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(SBOM, policy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results) attached to images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43600" y="30632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2004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922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0807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commit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pod — every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recorded and verifiable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463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 (Syft)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policy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creation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&amp; attestation (Cosign)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840480" cy="1463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single source of truth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syncs desired state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image tags (digests)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via git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ADMISSION CONTROL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Kyverno ImageValidatingPolicy verifies image signatures at pod creation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or tampered images are rejected before they ever run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Attestations can be verified at admission time for deeper policy checks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804672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security isn't about preventing every compromise. It's about making compromises 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detectable, making trust explicit, and making policy enforceable.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Projects in This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build pipeline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generation, policy checks,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signing, and GitOps update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88620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deployment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47472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desired state from git.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out signed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rejects unsigned ones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43600" y="137160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087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Kyverno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9224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0807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ImageValidatingPolicy verifies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signatures at pod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time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0632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004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Sigstore / Cosign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28016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&amp; attestation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868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container images.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attestations (SBOM,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provenance)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37560" y="30632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004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862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Syft (Anchore)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88620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4747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CycloneDX SBOM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source. Enables dependency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943600" y="30632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20040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922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49224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lifecycle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08076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TLS certificates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webhooks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services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3152" cy="2743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377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attacks are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they're hitting the npm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right 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377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6002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must be earned 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— build, registry,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admission, runtime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2377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16002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tools give you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to make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explicit and enforceable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  <a:p>
            <a:pPr algn="ctr" indent="0" marL="0">
              <a:buNone/>
            </a:pP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github.com/kavish-p   |   kavish.punchoo@gmail.com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Rebuilding Trust in the Software Supply Chain on Kubernetes</dc:title>
  <dc:subject>CNCF Meetup Talk</dc:subject>
  <dc:creator>Kavish Punchoo</dc:creator>
  <cp:lastModifiedBy>Kavish Punchoo</cp:lastModifiedBy>
  <cp:revision>1</cp:revision>
  <dcterms:created xsi:type="dcterms:W3CDTF">2026-06-09T02:36:02Z</dcterms:created>
  <dcterms:modified xsi:type="dcterms:W3CDTF">2026-06-09T02:36:02Z</dcterms:modified>
</cp:coreProperties>
</file>